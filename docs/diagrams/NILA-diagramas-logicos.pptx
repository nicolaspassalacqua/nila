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backend-mod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uth-tenancy-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eserva-turno-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vista-obj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