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rtada-ejecu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e-busqu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e-resul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e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e-calend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e-rut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e-ia-pos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e-pagos-factu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cancelaciones-automat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whatsapp-automatiz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ficha-cl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pos-factu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membresias-suscrip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promocio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referi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firma-dig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miniweb-publ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integr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analytics-avanz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cesibilidad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