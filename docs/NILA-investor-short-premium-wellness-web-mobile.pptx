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-ejecu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busqu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e-lista-es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cancelaciones-automa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pos-fact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promocio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analytics-avanz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bile-clien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bile-cliente-busqu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bile-pro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bile-pro-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cesibilidad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16" y="0"/>
            <a:ext cx="964406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